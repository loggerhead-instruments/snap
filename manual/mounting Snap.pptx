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76"/>
    <p:restoredTop sz="94694"/>
  </p:normalViewPr>
  <p:slideViewPr>
    <p:cSldViewPr snapToGrid="0">
      <p:cViewPr varScale="1">
        <p:scale>
          <a:sx n="97" d="100"/>
          <a:sy n="97" d="100"/>
        </p:scale>
        <p:origin x="216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C4308-9231-ED45-71EF-3E5AB8D33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5B76F9-0673-3931-54C6-990AB0052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9F2B9-12AA-7895-2CE3-C06468D0D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BA8E-3921-0441-930B-38441B4CFDEF}" type="datetimeFigureOut">
              <a:rPr lang="en-US" smtClean="0"/>
              <a:t>8/17/23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31179-AD32-4093-6204-BAF883341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99064-DE1F-E67D-1BFE-BF0D36165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95AD8-15E7-BF4E-9E8C-3050B6E2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509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9FA82-83E1-D6EF-B1C5-EB83739EE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9497A-6331-3C59-E0B7-0B367495F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260F4-0079-65AB-F617-E63B9A84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BA8E-3921-0441-930B-38441B4CFDEF}" type="datetimeFigureOut">
              <a:rPr lang="en-US" smtClean="0"/>
              <a:t>8/17/23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56F1B-A8E8-1144-57B0-992E9CEE1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23CF6-F1A0-677E-FDD4-19AB35A52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95AD8-15E7-BF4E-9E8C-3050B6E2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03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B72C9-8C3C-F379-091C-255116EC6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B085A-AE13-6159-1BC6-3032952A8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8DE48-8766-4290-487F-EC6200967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BA8E-3921-0441-930B-38441B4CFDEF}" type="datetimeFigureOut">
              <a:rPr lang="en-US" smtClean="0"/>
              <a:t>8/17/23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9DD49-7F1D-0CAB-BEA8-498731A40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3AA19-E1E7-C3A0-F835-D15BCECE2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95AD8-15E7-BF4E-9E8C-3050B6E2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35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D6201-8B47-A118-6A62-23073CCB0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85CC9-8B42-0F23-95AC-9117CF0695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1A99C-A074-A5FA-6BCE-40FA3E023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D68A86-C9C2-3EA8-17C1-1F3DBB8AA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BA8E-3921-0441-930B-38441B4CFDEF}" type="datetimeFigureOut">
              <a:rPr lang="en-US" smtClean="0"/>
              <a:t>8/17/23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8BC23-DFA3-C5B9-DCC7-29408B03C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026C6-A3B9-2A24-46BE-CA43DF57B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95AD8-15E7-BF4E-9E8C-3050B6E2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71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68EF5-C466-8A55-2019-387B36B80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0C146-0400-4838-674F-663BEC776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48C16C-3D1C-6398-4FF2-F3ADAB6C1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0BEA83-DC0E-9C1E-1303-827FE764FB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467D28-9129-55AD-C872-55B3FE679F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0EC5D4-53FC-301C-06D8-BD4E90E71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BA8E-3921-0441-930B-38441B4CFDEF}" type="datetimeFigureOut">
              <a:rPr lang="en-US" smtClean="0"/>
              <a:t>8/17/23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4365EE-9308-6E1D-58A4-2D01893DB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AC2D5-F886-C2B0-2E1E-D52EF5F20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95AD8-15E7-BF4E-9E8C-3050B6E2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61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39E5-1E0A-A8AC-FC04-8D2227BF0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2972E2-8141-C3F6-3E15-D32227800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BA8E-3921-0441-930B-38441B4CFDEF}" type="datetimeFigureOut">
              <a:rPr lang="en-US" smtClean="0"/>
              <a:t>8/17/23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3A9EF0-94E3-85D7-B7F1-4DC8A4163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9880A-70CB-AE07-302C-E465A82E3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95AD8-15E7-BF4E-9E8C-3050B6E2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872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EDFEAE-1FEE-F95E-8B9B-517BD4BEB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BA8E-3921-0441-930B-38441B4CFDEF}" type="datetimeFigureOut">
              <a:rPr lang="en-US" smtClean="0"/>
              <a:t>8/17/23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9462E1-90EB-0D8B-9B40-BBBDAADDF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530F7-A321-1ECD-7BB4-F63A85A73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95AD8-15E7-BF4E-9E8C-3050B6E2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3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03EAD-8DC8-6487-E077-A160DC9B1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BE099-E2B5-E740-B1DF-F8BDF437A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57E07-58F4-D756-3446-213691775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7B027-D8EB-ABCA-C53C-5807A201B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BA8E-3921-0441-930B-38441B4CFDEF}" type="datetimeFigureOut">
              <a:rPr lang="en-US" smtClean="0"/>
              <a:t>8/17/23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4F053-5E8B-96F2-3F89-84DF0FFE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84C77-9CAB-1E23-BE29-BBFF76776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95AD8-15E7-BF4E-9E8C-3050B6E2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712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5CEC4-3C21-7C88-A1B6-30EDA1154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54B46-A873-9572-FB5B-8AB04945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BAC77-C3CD-9879-16DD-1C7DFD296B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2B9A3-08F3-A6FD-A930-43649B2B6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BA8E-3921-0441-930B-38441B4CFDEF}" type="datetimeFigureOut">
              <a:rPr lang="en-US" smtClean="0"/>
              <a:t>8/17/23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81AC9-2ECF-71E2-1F3D-C5934F0DA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4B73F-C296-12B8-AE80-21711EDD4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95AD8-15E7-BF4E-9E8C-3050B6E2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496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1CA09-222D-9573-E586-79B02BD33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42DEDC-4C7E-C39C-250C-149A95FA9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7E0A1-BCA9-8367-EB11-3111828E4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BA8E-3921-0441-930B-38441B4CFDEF}" type="datetimeFigureOut">
              <a:rPr lang="en-US" smtClean="0"/>
              <a:t>8/17/23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8C6D0-D353-E176-1E22-F11F05C0E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E30A4-0D78-D7B6-5BCD-A8369122F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95AD8-15E7-BF4E-9E8C-3050B6E2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394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7D756C-054E-72B7-22EC-01A51AD04B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B26C46-70ED-D0EC-75B4-67E0EB4B2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AE929-6F1A-8AD4-1114-387BB4149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BA8E-3921-0441-930B-38441B4CFDEF}" type="datetimeFigureOut">
              <a:rPr lang="en-US" smtClean="0"/>
              <a:t>8/17/23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666F7-3259-20FB-F934-DE7BE5E02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3CC46-BA52-789C-632F-F54AFEA57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95AD8-15E7-BF4E-9E8C-3050B6E2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9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5B88C5-3158-B566-799C-1513BA745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07950-82F4-1CF3-766A-4409743EC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A14F9-4643-0C50-248A-61190AF77E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36BA8E-3921-0441-930B-38441B4CFDEF}" type="datetimeFigureOut">
              <a:rPr lang="en-US" smtClean="0"/>
              <a:t>8/17/23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77AE7-4115-19A0-E62F-F63EEB5C7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5704A-06BF-C0B3-E396-1280DC722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95AD8-15E7-BF4E-9E8C-3050B6E2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471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9589958-E583-9C3B-0DAE-E87BB3F0A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289" y="531429"/>
            <a:ext cx="4052950" cy="599258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b="1" dirty="0"/>
              <a:t>Important: Mounting Snap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 descr="A black cylinder with a black band&#10;&#10;Description automatically generated">
            <a:extLst>
              <a:ext uri="{FF2B5EF4-FFF2-40B4-BE49-F238E27FC236}">
                <a16:creationId xmlns:a16="http://schemas.microsoft.com/office/drawing/2014/main" id="{DF1C6099-FB3E-21E3-6432-9623B4F10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823" y="1130687"/>
            <a:ext cx="584509" cy="42260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0A60A5-72D6-F4CD-6701-12DBDCECC470}"/>
              </a:ext>
            </a:extLst>
          </p:cNvPr>
          <p:cNvSpPr txBox="1"/>
          <p:nvPr/>
        </p:nvSpPr>
        <p:spPr>
          <a:xfrm>
            <a:off x="237317" y="1327189"/>
            <a:ext cx="347892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Ropes: The Snap can be attached to ropes using hose clamps or large zip ties in the grooves.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Rigid Post: If the Snap is attached to a rigid post, you must put in a spacer between the tube and the post. This could be a piece of foam or duct tape. If you don’t, the endcaps are displaced from center of the pipe when it presses against the post causing the Snap to leak.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6D6E311-02EC-CD3F-A5AA-104E9BC6903E}"/>
              </a:ext>
            </a:extLst>
          </p:cNvPr>
          <p:cNvSpPr/>
          <p:nvPr/>
        </p:nvSpPr>
        <p:spPr>
          <a:xfrm>
            <a:off x="4241759" y="446237"/>
            <a:ext cx="394961" cy="6011917"/>
          </a:xfrm>
          <a:prstGeom prst="roundRect">
            <a:avLst/>
          </a:prstGeom>
          <a:solidFill>
            <a:schemeClr val="accent1">
              <a:alpha val="6326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</a:t>
            </a:r>
          </a:p>
          <a:p>
            <a:pPr algn="ctr"/>
            <a:r>
              <a:rPr lang="en-US" dirty="0"/>
              <a:t>g</a:t>
            </a:r>
          </a:p>
          <a:p>
            <a:pPr algn="ctr"/>
            <a:r>
              <a:rPr lang="en-US" dirty="0"/>
              <a:t>I</a:t>
            </a:r>
          </a:p>
          <a:p>
            <a:pPr algn="ctr"/>
            <a:r>
              <a:rPr lang="en-US" dirty="0"/>
              <a:t>d</a:t>
            </a:r>
          </a:p>
          <a:p>
            <a:pPr algn="ctr"/>
            <a:r>
              <a:rPr lang="en-US" dirty="0"/>
              <a:t> Pos</a:t>
            </a:r>
          </a:p>
          <a:p>
            <a:pPr algn="ctr"/>
            <a:r>
              <a:rPr lang="en-US" dirty="0"/>
              <a:t>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25D9D52-29D6-9622-E46F-6FD403BD1309}"/>
              </a:ext>
            </a:extLst>
          </p:cNvPr>
          <p:cNvSpPr/>
          <p:nvPr/>
        </p:nvSpPr>
        <p:spPr>
          <a:xfrm>
            <a:off x="4662173" y="3097920"/>
            <a:ext cx="105103" cy="5990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2526D39-7D03-0C5F-311D-E6BA3121F449}"/>
              </a:ext>
            </a:extLst>
          </p:cNvPr>
          <p:cNvSpPr/>
          <p:nvPr/>
        </p:nvSpPr>
        <p:spPr>
          <a:xfrm>
            <a:off x="4662173" y="4144420"/>
            <a:ext cx="105103" cy="5990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0EF4D6C0-167A-5A34-D295-A2DB73A9B94C}"/>
              </a:ext>
            </a:extLst>
          </p:cNvPr>
          <p:cNvCxnSpPr>
            <a:cxnSpLocks/>
          </p:cNvCxnSpPr>
          <p:nvPr/>
        </p:nvCxnSpPr>
        <p:spPr>
          <a:xfrm rot="16200000" flipV="1">
            <a:off x="4627295" y="4958522"/>
            <a:ext cx="1411013" cy="1236153"/>
          </a:xfrm>
          <a:prstGeom prst="curvedConnector3">
            <a:avLst>
              <a:gd name="adj1" fmla="val 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C940359-DC82-3C63-801E-CA65EBEC8EA6}"/>
              </a:ext>
            </a:extLst>
          </p:cNvPr>
          <p:cNvSpPr txBox="1"/>
          <p:nvPr/>
        </p:nvSpPr>
        <p:spPr>
          <a:xfrm>
            <a:off x="5193958" y="5880029"/>
            <a:ext cx="902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Spacers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45364613-86EE-46BF-0110-C1B90AC05388}"/>
              </a:ext>
            </a:extLst>
          </p:cNvPr>
          <p:cNvSpPr txBox="1">
            <a:spLocks/>
          </p:cNvSpPr>
          <p:nvPr/>
        </p:nvSpPr>
        <p:spPr>
          <a:xfrm>
            <a:off x="6449284" y="796701"/>
            <a:ext cx="4052950" cy="59925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/>
              <a:t>Important: Mounting Snap</a:t>
            </a:r>
            <a:br>
              <a:rPr lang="en-US"/>
            </a:br>
            <a:endParaRPr lang="en-US" dirty="0"/>
          </a:p>
        </p:txBody>
      </p:sp>
      <p:pic>
        <p:nvPicPr>
          <p:cNvPr id="18" name="Picture 17" descr="A black cylinder with a black band&#10;&#10;Description automatically generated">
            <a:extLst>
              <a:ext uri="{FF2B5EF4-FFF2-40B4-BE49-F238E27FC236}">
                <a16:creationId xmlns:a16="http://schemas.microsoft.com/office/drawing/2014/main" id="{D15CFAC1-1768-7150-2789-813C540E5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4818" y="1395959"/>
            <a:ext cx="584509" cy="422601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FC6CE30-21A1-082A-43E8-35A40C8B1AE2}"/>
              </a:ext>
            </a:extLst>
          </p:cNvPr>
          <p:cNvSpPr txBox="1"/>
          <p:nvPr/>
        </p:nvSpPr>
        <p:spPr>
          <a:xfrm>
            <a:off x="6300312" y="1592461"/>
            <a:ext cx="347892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Ropes: The Snap can be attached to ropes using hose clamps or large zip ties in the grooves.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Rigid Post: If the Snap is attached to a rigid post, you must put in a spacer between the tube and the post. This could be a piece of foam or duct tape. If you don’t, the endcaps are displaced from center of the pipe when it presses against the post causing the Snap to leak.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32DB3B6-A444-01D2-A6FB-79B0DD910697}"/>
              </a:ext>
            </a:extLst>
          </p:cNvPr>
          <p:cNvSpPr/>
          <p:nvPr/>
        </p:nvSpPr>
        <p:spPr>
          <a:xfrm>
            <a:off x="10304754" y="711509"/>
            <a:ext cx="394961" cy="6011917"/>
          </a:xfrm>
          <a:prstGeom prst="roundRect">
            <a:avLst/>
          </a:prstGeom>
          <a:solidFill>
            <a:schemeClr val="accent1">
              <a:alpha val="6326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</a:t>
            </a:r>
          </a:p>
          <a:p>
            <a:pPr algn="ctr"/>
            <a:r>
              <a:rPr lang="en-US" dirty="0"/>
              <a:t>g</a:t>
            </a:r>
          </a:p>
          <a:p>
            <a:pPr algn="ctr"/>
            <a:r>
              <a:rPr lang="en-US" dirty="0"/>
              <a:t>I</a:t>
            </a:r>
          </a:p>
          <a:p>
            <a:pPr algn="ctr"/>
            <a:r>
              <a:rPr lang="en-US" dirty="0"/>
              <a:t>d</a:t>
            </a:r>
          </a:p>
          <a:p>
            <a:pPr algn="ctr"/>
            <a:r>
              <a:rPr lang="en-US" dirty="0"/>
              <a:t> Pos</a:t>
            </a:r>
          </a:p>
          <a:p>
            <a:pPr algn="ctr"/>
            <a:r>
              <a:rPr lang="en-US" dirty="0"/>
              <a:t>t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EA2489A-D4C9-3675-C372-A989054F4D4A}"/>
              </a:ext>
            </a:extLst>
          </p:cNvPr>
          <p:cNvSpPr/>
          <p:nvPr/>
        </p:nvSpPr>
        <p:spPr>
          <a:xfrm>
            <a:off x="10725168" y="3363192"/>
            <a:ext cx="105103" cy="5990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0C1500C-6679-712C-295E-188E209E14DD}"/>
              </a:ext>
            </a:extLst>
          </p:cNvPr>
          <p:cNvSpPr/>
          <p:nvPr/>
        </p:nvSpPr>
        <p:spPr>
          <a:xfrm>
            <a:off x="10725168" y="4409692"/>
            <a:ext cx="105103" cy="5990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485618BC-23C5-CF51-0BAC-39B97F6C1CD6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690290" y="5223794"/>
            <a:ext cx="1411013" cy="1236153"/>
          </a:xfrm>
          <a:prstGeom prst="curvedConnector3">
            <a:avLst>
              <a:gd name="adj1" fmla="val 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302C3D1-6BC5-AA09-4E72-1BEDDC09F1F0}"/>
              </a:ext>
            </a:extLst>
          </p:cNvPr>
          <p:cNvSpPr txBox="1"/>
          <p:nvPr/>
        </p:nvSpPr>
        <p:spPr>
          <a:xfrm>
            <a:off x="11344843" y="6178045"/>
            <a:ext cx="902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Spacers</a:t>
            </a:r>
          </a:p>
        </p:txBody>
      </p:sp>
    </p:spTree>
    <p:extLst>
      <p:ext uri="{BB962C8B-B14F-4D97-AF65-F5344CB8AC3E}">
        <p14:creationId xmlns:p14="http://schemas.microsoft.com/office/powerpoint/2010/main" val="2327331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190</Words>
  <Application>Microsoft Macintosh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Mann</dc:creator>
  <cp:lastModifiedBy>David Mann</cp:lastModifiedBy>
  <cp:revision>2</cp:revision>
  <dcterms:created xsi:type="dcterms:W3CDTF">2023-08-17T16:16:49Z</dcterms:created>
  <dcterms:modified xsi:type="dcterms:W3CDTF">2023-08-17T16:25:54Z</dcterms:modified>
</cp:coreProperties>
</file>